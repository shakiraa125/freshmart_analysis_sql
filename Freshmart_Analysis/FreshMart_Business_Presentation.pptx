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bubble3D val="0"/>
            <c:spPr>
              <a:solidFill>
                <a:srgbClr val="B7C4B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Repeat customers</c:v>
                </c:pt>
                <c:pt idx="1">
                  <c:v>One-time customers</c:v>
                </c:pt>
                <c:pt idx="2">
                  <c:v>No orders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1850</c:v>
                </c:pt>
                <c:pt idx="1">
                  <c:v>500</c:v>
                </c:pt>
                <c:pt idx="2">
                  <c:v>150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FreshMart SQL analysis supporting management's plan to open five new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Lucknow leads revenue but is second in profit; Thrissur leads profit but is third in revenue. Consider customer activity, operating costs and local demand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performance was derived from order and order-detail data. Category and product figures come from the SQL profit and quantity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2,350 customers with orders, 1,850 are repeat and 500 one-time; a further 150 have never ordered. Spending, frequency and category participation can feed loyalty programmes and targeted promotions.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236 out-of-stock records, 1,658 below reorder level and 180 records for products that were never ordered. These are branch-product records and should not be read as company-wide unique product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recommendations from the report, condensed to six by grouping the stock-out monitoring and Grocery Product 10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findings derive from PostgreSQL queries on the FreshMart relational database; the project also includes the ER diagram and the Branch_Expansion_Report SQL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FreshMart Retail Analytics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Expansion Decision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business performance analysis  |  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profit tell different stories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should not be judged on revenue alone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FreshMart Lucknow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₹12,252,899.80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36576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in profit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377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FreshMart Thrissur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560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₹1,784,382.68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 |  ~14.59% margin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6576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143D2B"/>
          </a:solidFill>
          <a:ln w="12700">
            <a:solidFill>
              <a:srgbClr val="143D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profit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36576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43D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in revenue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shows sales volume; profit and margin show financial performance.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and what is driving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for training, assortment and replenishment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EMPLOYEE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₹2,907,654.40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071, Mangalore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11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of any employee; a benchmark for training and sales practices.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73736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8973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PROFITABLE CATEGORY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₹2,858,590.84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566160" y="3611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profit; an anchor for the initial assortment in new branches.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2648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173736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8973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08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PRODUCT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628 units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10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400800" y="3611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unit sales; a high-volume item to protect from stock-outs.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loyal base with room to grow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purchasing patterns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12064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78.72%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repeat-customer rate among customers who placed orders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3063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2,350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bought across multiple categories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 to re-engage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4251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never ordered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needs closer control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branch-product inventory records, not unique products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records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replenishment of fast-moving products.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73736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74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1,658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reorder level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reorder levels using historical demand and sales trends.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54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Never-ordered products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buying more stock or extending similar lines.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expansion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 for the five new branches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46304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059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branches holistically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585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revenue, total profit and profit % together.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651760" cy="146304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8059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the best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2585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Lucknow and Thrissur as models for sales and profit practices.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508760"/>
            <a:ext cx="2651760" cy="146304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059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Groceries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2585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strong categories in the initial assortment.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154680"/>
            <a:ext cx="2651760" cy="146304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518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customers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904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purchase data for loyalty and targeted promotions.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91840" y="3154680"/>
            <a:ext cx="2651760" cy="146304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33756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4518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stock controls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904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stock-outs and below-reorder items, incl. Grocery Product 10.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26480" y="3154680"/>
            <a:ext cx="2651760" cy="1463040"/>
          </a:xfrm>
          <a:prstGeom prst="rect">
            <a:avLst/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333756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45186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0372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unsold lines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309360" y="3904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no-sales products before committing more inventory.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Lucknow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187452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Thrissur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87452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Groceries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280160"/>
            <a:ext cx="187452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071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88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analysis gives management measurable benchmarks for expansion.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decision should also factor in: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demand  •  Location  •  Operating costs  •  Competition  •  Expected investment returns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FreshMart Retail Analytics – Branch Expansion Decision</dc:title>
  <dc:subject>PptxGenJS Presentation</dc:subject>
  <dc:creator>PptxGenJS</dc:creator>
  <cp:lastModifiedBy>PptxGenJS</cp:lastModifiedBy>
  <cp:revision>1</cp:revision>
  <dcterms:created xsi:type="dcterms:W3CDTF">2026-10-01T06:05:04Z</dcterms:created>
  <dcterms:modified xsi:type="dcterms:W3CDTF">2026-10-01T06:05:04Z</dcterms:modified>
</cp:coreProperties>
</file>